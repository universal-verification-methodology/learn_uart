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walked the UART path—from frame timing and spec-to-RTL checklists, through baud dividers and oversampling, error cases, FIFO and handshake in the datapath, self-checking testbenches, clock and reset discipline, wave reading, TB versus UVM mapping, and VIP package anatomy. This short wrap names what you can do now and points you to the next courses on the ladder.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describe a UART frame—idle, start, data, optional parity, stop—and name common error cases like framing and overrun. You can map a UART spec into an RTL checklist and explain baud timing with oversampling ideas. You can place FIFO plus valid-ready handshake in a datapath story and sketch a self-checking testbench rhythm. You can read basic waves for debug and explain how classic pin TB roles map to agents, checkers, coverage, and docs. That is UART literacy—not full chip verification planning, which lives in a different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labs, sketch a UART frame on paper and name where parity and stop bits sit. Revisit any module you skipped on Track A with a short Verilog or paper sketch. If you mainly used Track A, open the browser labs for visual challenges on frame timing, baud math, oversampling, waves, TB versus UVM map, and VIP anatomy. Either track works for self-study; both together stick best before SPI, I²C, or UVM depth.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tools index again—the same shelf of UART and shared concept labs you opened along the way. You do not need to re-clear every challenge. Use it as a map: if frame timing or VIP anatomy still feels fuzzy, jump back to that lab, then return here when you are ready for the next protocol or methodology course.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to learn SPI or learn I²C when you want the next serial protocol with different clocking rules. learn UVM twenty seventeen deepens the agent and environment story beyond this literacy map. learn verification planning and management is where planning depth lives—course fourteen on the syllabus—not here. Unix and Git fluency from earlier courses still help when you run sims, read logs, and manage RTL repos.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in the module README. Confirm you completed Track A and/or Track B for the modules you care about, and that you can draw a UART frame and name framing, parity, and overrun. When you are ready, take the short quiz, then open the next course that matches your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UART complete</a:t>
            </a:r>
          </a:p>
          <a:p>
            <a:pPr algn="ctr">
              <a:lnSpc>
                <a:spcPts val="2200"/>
              </a:lnSpc>
              <a:spcBef>
                <a:spcPts val="1400"/>
              </a:spcBef>
            </a:pPr>
            <a:r>
              <a:rPr sz="2600" b="0">
                <a:solidFill>
                  <a:srgbClr val="333333"/>
                </a:solidFill>
                <a:latin typeface="Calibri"/>
              </a:rPr>
              <a:t>VIP package anatomy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describe a UART frame, idle, start, data, optional parity, stop</a:t>
            </a:r>
          </a:p>
          <a:p>
            <a:pPr lvl="0" marL="457200" indent="-228600">
              <a:buFont typeface="Calibri"/>
              <a:spcAft>
                <a:spcPts val="1000"/>
              </a:spcAft>
              <a:buSzPct val="100000"/>
              <a:buChar char="•"/>
              <a:lnSpc>
                <a:spcPts val="2200"/>
              </a:lnSpc>
            </a:pPr>
            <a:r>
              <a:rPr sz="2000" b="0">
                <a:solidFill>
                  <a:srgbClr val="333333"/>
                </a:solidFill>
                <a:latin typeface="Calibri"/>
              </a:rPr>
              <a:t>You can map a UART spec into an RTL checklist and explain baud timing with oversampling</a:t>
            </a:r>
          </a:p>
          <a:p>
            <a:pPr lvl="0" marL="457200" indent="-228600">
              <a:buFont typeface="Calibri"/>
              <a:spcAft>
                <a:spcPts val="1000"/>
              </a:spcAft>
              <a:buSzPct val="100000"/>
              <a:buChar char="•"/>
              <a:lnSpc>
                <a:spcPts val="2200"/>
              </a:lnSpc>
            </a:pPr>
            <a:r>
              <a:rPr sz="2000" b="0">
                <a:solidFill>
                  <a:srgbClr val="333333"/>
                </a:solidFill>
                <a:latin typeface="Calibri"/>
              </a:rPr>
              <a:t>You can place FIFO plus valid-ready handshake in a datapath story and sketch a</a:t>
            </a:r>
          </a:p>
          <a:p>
            <a:pPr lvl="0" marL="457200" indent="-228600">
              <a:buFont typeface="Calibri"/>
              <a:spcAft>
                <a:spcPts val="1000"/>
              </a:spcAft>
              <a:buSzPct val="100000"/>
              <a:buChar char="•"/>
              <a:lnSpc>
                <a:spcPts val="2200"/>
              </a:lnSpc>
            </a:pPr>
            <a:r>
              <a:rPr sz="2000" b="0">
                <a:solidFill>
                  <a:srgbClr val="333333"/>
                </a:solidFill>
                <a:latin typeface="Calibri"/>
              </a:rPr>
              <a:t>You can read basic waves for debug and explain how classic pin TB roles map to agents</a:t>
            </a:r>
          </a:p>
          <a:p>
            <a:pPr lvl="0" marL="457200" indent="-228600">
              <a:buFont typeface="Calibri"/>
              <a:spcAft>
                <a:spcPts val="1000"/>
              </a:spcAft>
              <a:buSzPct val="100000"/>
              <a:buChar char="•"/>
              <a:lnSpc>
                <a:spcPts val="2200"/>
              </a:lnSpc>
            </a:pPr>
            <a:r>
              <a:rPr sz="2000" b="0">
                <a:solidFill>
                  <a:srgbClr val="333333"/>
                </a:solidFill>
                <a:latin typeface="Calibri"/>
              </a:rPr>
              <a:t>That is UART literacy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used browser labs</a:t>
            </a:r>
          </a:p>
          <a:p>
            <a:pPr lvl="0" marL="457200" indent="-228600">
              <a:buFont typeface="Calibri"/>
              <a:spcAft>
                <a:spcPts val="1000"/>
              </a:spcAft>
              <a:buSzPct val="100000"/>
              <a:buChar char="•"/>
              <a:lnSpc>
                <a:spcPts val="2200"/>
              </a:lnSpc>
            </a:pPr>
            <a:r>
              <a:rPr sz="2000" b="0">
                <a:solidFill>
                  <a:srgbClr val="333333"/>
                </a:solidFill>
                <a:latin typeface="Calibri"/>
              </a:rPr>
              <a:t>Revisit any module you skipped on Track A with a short Verilog or paper sketch</a:t>
            </a:r>
          </a:p>
          <a:p>
            <a:pPr lvl="0" marL="457200" indent="-228600">
              <a:buFont typeface="Calibri"/>
              <a:spcAft>
                <a:spcPts val="1000"/>
              </a:spcAft>
              <a:buSzPct val="100000"/>
              <a:buChar char="•"/>
              <a:lnSpc>
                <a:spcPts val="2200"/>
              </a:lnSpc>
            </a:pPr>
            <a:r>
              <a:rPr sz="2000" b="0">
                <a:solidFill>
                  <a:srgbClr val="333333"/>
                </a:solidFill>
                <a:latin typeface="Calibri"/>
              </a:rPr>
              <a:t>If you mainly used Track A</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 both together stick best before SPI, I²C, or UVM depth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tools you practiced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tools index again</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a:t>
            </a:r>
          </a:p>
          <a:p>
            <a:pPr lvl="0" marL="457200" indent="-228600">
              <a:buFont typeface="Calibri"/>
              <a:spcAft>
                <a:spcPts val="1000"/>
              </a:spcAft>
              <a:buSzPct val="100000"/>
              <a:buChar char="•"/>
              <a:lnSpc>
                <a:spcPts val="2200"/>
              </a:lnSpc>
            </a:pPr>
            <a:r>
              <a:rPr sz="2000" b="0">
                <a:solidFill>
                  <a:srgbClr val="333333"/>
                </a:solidFill>
                <a:latin typeface="Calibri"/>
              </a:rPr>
              <a:t>Use it as a map</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learn SPI or learn I²C when you want the next serial protocol with different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 in the module README</a:t>
            </a:r>
          </a:p>
          <a:p>
            <a:pPr lvl="0" marL="457200" indent="-228600">
              <a:buFont typeface="Calibri"/>
              <a:spcAft>
                <a:spcPts val="1000"/>
              </a:spcAft>
              <a:buSzPct val="100000"/>
              <a:buChar char="•"/>
              <a:lnSpc>
                <a:spcPts val="2200"/>
              </a:lnSpc>
            </a:pPr>
            <a:r>
              <a:rPr sz="2000" b="0">
                <a:solidFill>
                  <a:srgbClr val="333333"/>
                </a:solidFill>
                <a:latin typeface="Calibri"/>
              </a:rPr>
              <a:t>Confirm you completed Track A and/or Track B for the modules you care about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open the next course that matches your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